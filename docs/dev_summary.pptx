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73E8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约 3 个月实践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架构设计与遗憾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问题全景：人工 vs AI    ④  人机协同模式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关键技术修复    ⑥  经验总结与后续行动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联网对抗）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4297680"/>
              </a:tblGrid>
              <a:tr h="34747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OkHttp + XML 布局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+ Netty + WebSockets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序列化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kotlinx.serialization (JSON)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AGP 8.5 / Gradle 8.14 + 8.4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代码规模  ·  90 文件 / ~14,865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474720"/>
              </a:tblGrid>
              <a:tr h="34747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 Kotlin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28 文件 · 8,909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 XML 布局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56 文件 · 3,279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Kotlin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 文件 · 2,161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 文件 · 516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5 阶段时间线  ·  33 PR  ·  123 commit  ·  3 个月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062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57607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单机游戏开发 (PRs 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联网模式首次完整实现 (#16)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+ 联网UI · 一次性 6,529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构建与编译修复 (#17–21)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失败 / Gradle 缺失 / 编译错误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部署与连通性修复 (#22–31)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服务器URL / cleartext / 503 / Lobby UI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2026-05-04~07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游戏逻辑深度修复 (#32–33+)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50+ Bug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二、架构设计：双模式共生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486400" cy="47548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┌──────────────────────────────────────┐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Android 客户端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GameActivity (单机)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OnlineGameActivity (联网)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engine/  CardRules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SettlementCalculator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GameEngine /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MultiplayerGameEngine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network/ NetworkManager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RoomManager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GameSyncManager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└──────────────────────────────────────┘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          ▲ WebSocket /game (JSON)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          ▼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┌──────────────────────────────────────┐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服务端 (Ktor + Netty)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ServerRoomManager  房间/AI填充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ServerGameManager  权威状态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每房间 Mutex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三级 AI 回退 + 兜底推进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30s 回合超时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└──────────────────────────────────────┘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371600"/>
          <a:ext cx="56692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297680"/>
              </a:tblGrid>
              <a:tr h="42062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36576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架构遗憾（后期成本）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4069080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383280"/>
              </a:tblGrid>
              <a:tr h="3886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影响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未提取 KMP 共享规则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导致两端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无协议版本号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演进时无强制兼容检查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无事件溯源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历史行为无法追溯，调试难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852160"/>
            <a:ext cx="11430000" cy="548640"/>
          </a:xfrm>
          <a:prstGeom prst="round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三、问题全景：人工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657600" cy="22860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~30 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UI 体验 · 部署环境 · 运行时崩溃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6323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2286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325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🔵 AI #1：Claude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7373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~35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全量扫描 · 跨文件链路 · 并发陷阱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06323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claude-opus-4-7 / sonnet-4-6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22860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325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🟡 AI #2：ChatGPT Codex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7373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3 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PR 自动审查 · 细粒度风险点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06323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chatgpt-codex-connector[bot]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338560" cy="26060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💡 核心发现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434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人工看见「症状」 · Claude 挖「根因」 · Codex 找「细节风险」 — 三者几乎不重叠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人工：截图 / 真机崩溃 / 部署环境问题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Code Agent：跨文件链路 / 并发陷阱 / 协议一致性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ChatGPT Codex Bot：UUID 截断 / loading 卡死 / UI/服务端不一致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Microsoft YaHei"/>
              </a:rPr>
              <a:t>→  多 AI 交叉审查比单一审查更可靠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四、人工发现的问题（~32 个，3 阶段）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单机阶段（11 个）  ·  反复 UI 打磨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看不到玩家出牌 · 玩家ID映射错位 · 字体不统一 · 布局拥挤 · 卡片圆角丢失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 · 手牌顺序乱 · AI 滥用炸弹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环境兼容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炸弹重叠比例 · APK 签名不匹配 · 五子棋图标旧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部署阶段（9 个）  ·  环境与构建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91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构建编译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拉入服务端模块 · Gradle Wrapper 缺失 · 联网代码 3 处编译错误 · JVM 工具链 · 视图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部署连通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 URL · Android 9+ cleartext · 503 错误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表述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联网游戏阶段（12 个）  ·  ⭐ 核心痛点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2120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大厅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loading 永久卡住 · 昵称限制 · 大厅崩溃 · AI 离线 · 无房间列表 · 无踢人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游戏卡死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等待电脑 54 出牌（反复 3 次复现，触发 4 轮 AI 全量自查）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分数错误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四、AI 发现的问题（~38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AI #1：Claude Code Agent（~35 个，4 轮审查）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模型：claude-opus-4-7（1M 上下文）+ claude-sonnet-4-6  ·  工作模式：Level 4「自查自纠」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4577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审查轮次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1 轮 综合审查 (~20)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协议/序列化 4 · 会话/重连 3 · 房间状态机 4 · UI/状态同步 6 · 其他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2-3 轮 深层 (~8)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回退链缺失 · collectedScore 硬编码 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4 轮 根因 (~7)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send() 静默失败 · 多协程无锁并发 · 结算公式漏算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🟡 AI #2：ChatGPT Codex Review Bot（3 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Agent：chatgpt-codex-connector[bot]  ·  PR 自动审查触发  ·  按 P1/P2 标注优先级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26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22960"/>
                <a:gridCol w="2194560"/>
                <a:gridCol w="5029200"/>
                <a:gridCol w="246888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PR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意见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处置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Application.kt:48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 截断到 8 字符 → 碰撞致跨用户混乱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❌→✅ 本次修复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LobbyActivity.kt:219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重连后 loading 遮罩可能永久卡住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#33 已修复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MainActivity.kt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提示按房间名加入但服务端不支持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UI 重构后修复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612648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关键观察：Claude 偏向「全局逻辑链路」 vs Codex 偏向「细粒度风险点」 — 两 AI 几乎不重叠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五、人机协同：4 层次 + 实际分工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协同的 4 个层次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Microsoft YaHei"/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执行人工指令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传统：人主导，瓶颈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提建议，人工决策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审稿模式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人工反馈现象，AI 自主排查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本项目大量使用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主动审查，人工验证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本项目最高效模式 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1371600"/>
          <a:ext cx="5303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4673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457200" y="5852160"/>
            <a:ext cx="11338560" cy="5486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1A73E8"/>
                </a:solidFill>
                <a:latin typeface="Microsoft YaHei"/>
              </a:rPr>
              <a:t>本项目 L3 + L4 占用约 70% 协同时间  ·  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五、优势分工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全量代码审查（35 问题 / 90 文件）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跨文件链路追踪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重复模式识别（5 处一次发现）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测试用例生成（15 边界用例）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真机环境验证（cleartext / 503）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时序竞争复现（网络抖动 / 并发）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用户体验判断（视觉感知）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部署 &amp; 业务决策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协同反模式（要避免）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2004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 → 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 → 只修表象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期待一次解决所有问题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真机问题永远暴露不出来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589520" y="32004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高效协同 6 条实践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①症状要具体  ②截图优于文字  ③允许多轮迭代  ④关键决策人工拍板  ⑤人工守发布闸门  ⑥开放性指令激发全量审查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六、关键技术修复（3 处核心）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1️⃣ 游戏卡死 — 四层防御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15544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[层1] canBeat 炸弹比较错误：大张数应直接胜（修复前要求同张数）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[层2] AI 失败无回退：增加三级回退（首选 → 过牌 → 最小单张）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[层3] 多协程无锁并发写 state.hands：每房间一把 Mutex（改在锁内/广播在锁外）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[层4] 三级回退仍失败：broadcastForceAdvance 强制推进兜底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2️⃣ 重连失效 — 异步时序陷阱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42900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❌ 修复前：newWebSocket() 后立即 send(Reconnect)，ws 仍在 CONNECTING → 静默丢弃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✅ 修复后：在 onOpen 回调内 send，确保 ws 已 OPEN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教训：「创建连接」≠「连接已建立」，异步 API 必须在回调中操作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3️⃣ 两端结算不一致 — 统一公式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212080"/>
            <a:ext cx="11247120" cy="137160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根因：collectedScore 硬编码为 0；服务端漏算「输方未走完已收分」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统一公式：赢方 = 赢方所有已收 + 输方未走完(已收 + 手牌分)；输方 = 输方已走完已收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新增 state.playerScores: MutableMap&lt;Int,Int&gt; 实时追踪每人已收分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✓ 15 个验证用例全部通过（含提前结算、速度流、极端场景）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七、经验总结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单机/联网共享逻辑必须保持一致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人工真机验证不可互相替代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协议与环境问题必须人工打通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🚀 后续建议行动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37160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389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自动化集成测试（炸弹/结算/重连）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共享规则层（KMP 模块）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弱网回归测试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协议版本号兼容检查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57200" y="3840480"/>
            <a:ext cx="11338560" cy="228600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🏆 本次交付成果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33 PR / 123 commit  ·  修复约 67 个问题  ·  本次深度调试 8 commit / 重写 700 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37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核心结论：AI 静态全量审查 + 人工动态真机验证 = 互补提速 10 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