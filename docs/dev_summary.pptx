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73E8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54 PR · 有效开发 18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架构设计与遗憾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问题全景：人工 vs AI    ④  人机协同模式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质量改进路径：多 Claude 协同 + 跨 vendor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关键技术修复    ⑦  经验总结与后续行动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代码规模 (PR #54 后)  ·  约 19,250 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~6,300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23 文件 · ~3,470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文件 · ~1,960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+ Android XML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24 文件 · ~4,850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12 阶段时间线  ·  54 PR  ·  ~170 commit  ·  有效开发 18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203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单机修复 (#51–54)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PROTOCOL_VERSION 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760720" cy="49377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┌────────────────────────┐  ┌─────────────────┐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:apps:android (XML)    │  │ :apps:web (Wasm)│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GameActivity / Online- │  │ Compose MP UI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│ MultiplayerGameEngine  │  │ AppViewModel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└──────────┬─────────────┘  └────────┬────────┘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│ depends on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▼    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:shared (KMP commonMain)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 · Deck · Player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CardRules · Settlement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GameEngine · AIPlayer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GameMessage (DTO + sealed)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+ commonTest (40+ 用例)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┌──────────────────────────────┐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:server (Ktor + Netty)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ServerRoomManager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ServerGameManager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每房间 Mutex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三级 AI 回退 + 兜底推进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│   · 30s 回合超时             │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└────────────┬─────────────────┘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│ WebSocket /game (JSON + classDiscriminator)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             ▼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        Caddy 80/443 → 127.0.0.1:8080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三、问题全景：人工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2743200" cy="23774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🔴 人工测试 / 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27%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UI 体验 · 部署环境 · 运行时崩溃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真机发现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05840"/>
            <a:ext cx="2743200" cy="2377440"/>
          </a:xfrm>
          <a:prstGeom prst="round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43%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全量扫描 · 跨文件链路 · 并发陷阱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opus-4-7 / sonnet-4-6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005840"/>
            <a:ext cx="2743200" cy="23774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独立 context · 功能完整 · 协议契约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PR-H5 后引入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1005840"/>
            <a:ext cx="2743200" cy="2377440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10972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087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Microsoft YaHei"/>
              </a:rPr>
              <a:t>~13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651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icrosoft YaHei"/>
              </a:rPr>
              <a:t>语句级边界 · entropy · UI 文案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Microsoft YaHei"/>
              </a:rPr>
              <a:t>chatgpt-codex-connector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657600"/>
            <a:ext cx="11338560" cy="27432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💡 核心发现：4 种视角几乎不重叠 → 总计 ~128 个问题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343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人工：截图 / 真机崩溃 / 部署环境（动态运行时问题）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主会话：跨文件链路 / 并发陷阱 / 工具链兼容（静态全量扫描）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Claude pr-reviewer：独立 context · 功能完整性 · 跨文件契约（PR #53 P1 #1：fabricated symbol）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Codex bot：UUID 截断 / loading 卡死 / processAITurn race（语句级边界）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97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→  4 视角缺一不可：盲区互补，单独跑一个至少漏一类问题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四、人工发现的问题（~32 个，3 阶段）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单机阶段（11 个）  ·  反复 UI 打磨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显示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看不到玩家出牌 · 玩家ID映射错位 · 字体不统一 · 布局拥挤 · 卡片圆角丢失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游戏逻辑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队伍积分只显示个人 · 手牌顺序乱 · AI 滥用炸弹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环境兼容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炸弹重叠比例 · APK 签名不匹配 · 五子棋图标旧 Android 崩溃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8803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部署阶段（9 个）  ·  环境与构建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29184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构建编译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拉入服务端模块 · Gradle Wrapper 缺失 · 联网代码 3 处编译错误 · JVM 工具链 · 视图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部署连通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服务器 URL · Android 9+ cleartext · 503 错误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表述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「开始游戏」按钮让用户困惑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联网游戏阶段（12 个）  ·  ⭐ 核心痛点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52120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/ 大厅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loading 永久卡住 · 昵称限制 · 大厅崩溃 · AI 离线 · 无房间列表 · 无踢人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游戏卡死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等待电脑 54 出牌（反复 3 次复现，触发 4 轮 AI 全量自查）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📷 分数错误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已收分全是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四、AI 发现的问题（~38 个）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AI #1：Claude Code Agent（~35 个，4 轮审查）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模型：claude-opus-4-7（1M 上下文）+ claude-sonnet-4-6  ·  工作模式：Level 4「自查自纠」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44577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审查轮次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1 轮 综合审查 (~20)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协议/序列化 4 · 会话/重连 3 · 房间状态机 4 · UI/状态同步 6 · 其他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2-3 轮 深层 (~8)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回退链缺失 · collectedScore 硬编码 0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4577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第 4 轮 根因 (~7) 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send() 静默失败 · 多协程无锁并发 · 结算公式漏算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🟡 AI #2：ChatGPT Codex Review Bot（3 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Microsoft YaHei"/>
              </a:rPr>
              <a:t>Agent：chatgpt-codex-connector[bot]  ·  PR 自动审查触发  ·  按 P1/P2 标注优先级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5262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822960"/>
                <a:gridCol w="2194560"/>
                <a:gridCol w="5029200"/>
                <a:gridCol w="246888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PR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意见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处置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Application.kt:48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 截断到 8 字符 → 碰撞致跨用户混乱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❌→✅ 本次修复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LobbyActivity.kt:219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重连后 loading 遮罩可能永久卡住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#33 已修复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#33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MainActivity.kt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提示按房间名加入但服务端不支持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UI 重构后修复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612648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关键观察：Claude 偏向「全局逻辑链路」 vs Codex 偏向「细粒度风险点」 — 两 AI 几乎不重叠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五、人机协同：4 层次 + 实际分工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协同的 4 个层次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606060"/>
                </a:solidFill>
                <a:latin typeface="Microsoft YaHei"/>
              </a:rPr>
              <a:t>L1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417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执行人工指令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传统：人主导，瓶颈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L2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提建议，人工决策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审稿模式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54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人工反馈现象，AI 自主排查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本项目大量使用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L4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AI 主动审查，人工验证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1A73E8"/>
                </a:solidFill>
                <a:latin typeface="Microsoft YaHei"/>
              </a:rPr>
              <a:t>本项目最高效模式 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1371600"/>
          <a:ext cx="53035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4673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457200" y="5852160"/>
            <a:ext cx="11338560" cy="5486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1A73E8"/>
                </a:solidFill>
                <a:latin typeface="Microsoft YaHei"/>
              </a:rPr>
              <a:t>本项目 L3 + L4 占用约 70% 协同时间  ·  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五、优势分工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✅ AI 显著优于人工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全量代码审查（35 问题 / 90 文件）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跨文件链路追踪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重复模式识别（5 处一次发现）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测试用例生成（15 边界用例）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❌ 人工不可替代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真机环境验证（cleartext / 503）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66420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时序竞争复现（网络抖动 / 并发）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56816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用户体验判断（视觉感知）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94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部署 &amp; 业务决策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🚨 协同反模式（要避免）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320040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02920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>
                    <a:solidFill>
                      <a:srgbClr val="E53935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说「已修复」就直接合入 → 反复复现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「把这个 bug 修了」 → 只修表象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期待一次解决所有问题 → 本项目经历 4 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真机问题永远暴露不出来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589520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589520" y="3200400"/>
          <a:ext cx="4297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</a:tblGrid>
              <a:tr h="438912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~12%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57200" y="5532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高效协同 6 条实践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①症状要具体  ②截图优于文字  ③允许多轮迭代  ④关键决策人工拍板  ⑤人工守发布闸门  ⑥开放性指令激发全量审查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57C00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>
                    <a:solidFill>
                      <a:srgbClr val="F57C00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1A73E8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六、协同天花板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E53935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1A73E8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七、关键技术修复（6 处典型）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🎮 游戏逻辑层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1️⃣ 游戏卡死 — 四层防御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566928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L1 canBeat 炸弹大张数胜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L2 AI 三级回退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L3 每房间 Mutex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L4 broadcastForceAdvance 兜底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2️⃣ 重连失效 — 异步时序陷阱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566928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❌ newWebSocket() 后立即 send → 静默丢弃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✅ 在 onOpen 回调内 send，确保 ws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0690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3️⃣ 两端结算不一致 — 统一公式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389120"/>
            <a:ext cx="566928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playerScores 实时追踪每人已收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赢方 = 赢方已收 + 输方未走完(已收+手牌)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✓ 15 个验证用例全部通过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57C00"/>
                </a:solidFill>
                <a:latin typeface="Microsoft YaHei"/>
              </a:rPr>
              <a:t>🚀 部署 / 平台层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4️⃣ Web 中文豆腐块（CJK）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91640"/>
            <a:ext cx="54864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根因：浏览器无系统中文字体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方案：打包 ~3MB GB2312 子集字体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教训：跨端要测真实终端环境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5️⃣ 双层防火墙 — 部署对称陷阱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00400"/>
            <a:ext cx="5486400" cy="7772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ufw 开了 ≠ 公网通：腾讯云安全组也要开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教训：私有云常有"两层防火墙"，必须都查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6️⃣ Android URL 漂移 — 拓扑变更盲区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4389120"/>
            <a:ext cx="5486400" cy="10058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000">
                <a:solidFill>
                  <a:srgbClr val="202020"/>
                </a:solidFill>
                <a:latin typeface="Consolas"/>
              </a:rPr>
              <a:t>PR #41 改 Caddy 反代后，Web 改了 URL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但 Android 硬编码 :8080 没改 → 完全连不上</a:t>
            </a:r>
          </a:p>
          <a:p>
            <a:r>
              <a:rPr sz="1000">
                <a:solidFill>
                  <a:srgbClr val="202020"/>
                </a:solidFill>
                <a:latin typeface="Consolas"/>
              </a:rPr>
              <a:t>教训：拓扑变更必须 grep 所有客户端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32120"/>
            <a:ext cx="11430000" cy="91440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共同规律：游戏逻辑层错在「假设」，部署层错在「跨端 / 跨拓扑同步」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防御：(1) 关键路径强制 TDD；(2) 跨端共享 KMP 模块；(3) 拓扑变更 grep 所有 client 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八、经验总结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54 PR / ~170 commit  ·  有效开发 18 天  ·  发现 ~128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跨会话经验（1/3）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77440"/>
                <a:gridCol w="237744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底层稳了再动客户端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主客户端 (Android)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次客户端 (Web) + 跨端测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3375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适用：跨协议 + 服务端 + 双客户端 &gt; 200 行 / &gt; 5 文件
每 Phase 内还按编译单元切（Android / Web 拆 commit）
PR #53 G34-G38（5 特性, ~700 行）3 phase 实战验证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⚠️  wasmJs 编译器隐藏陷阱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48640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Backend Internal error: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Exception during psi2ir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Caused by: NullPointerException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88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根因：可空 lambda + Compose smart-cast；
vm::method KFunction → (() -&gt; Unit)? 自动转换
修法：
• 可空 lambda → local val 固化非空
• 函数引用 → 显式 { vm.foo() } lambda
沙箱拉不到 wasmJs 编译器；写完 Web UI 必须 push CI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73E8"/>
                </a:solidFill>
                <a:latin typeface="Microsoft YaHei"/>
              </a:rPr>
              <a:t>💡 实战教训：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•  jvmTest 过 ≠ wasmJs 过 —— Web UI 改完必须跑 CI 才算
•  Phase 内还要按编译单元切，平台特定编译错误更早暴露
•  CI 红时先看 e: 开头的硬错误行，忽略 ~50 行 w: 警告噪音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跨会话经验（2/3）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🔍 Codex bot 与 Claude /review-pr 盲区互补（PR #53 实证）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760720"/>
                <a:gridCol w="320040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找到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漏掉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docs 误写 + 引用不存在函数（**跨文件契约**）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 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delay() 后没重检 isAISubstitute 的 race（**语句级边界**）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文档与代码语义对齐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2880360"/>
            <a:ext cx="11247120" cy="777240"/>
          </a:xfrm>
          <a:prstGeom prst="roundRect">
            <a:avLst/>
          </a:prstGeom>
          <a:solidFill>
            <a:srgbClr val="F0F4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盲区不重叠 → 单独跑一个至少漏一类问题。Codex + Claude 必须都跑。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E53935"/>
                </a:solidFill>
                <a:latin typeface="Microsoft YaHei"/>
              </a:rPr>
              <a:t>⏰ delay() 后状态过期 — race 反请（regressions #11）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delay(effectiveAiDelayMs(...))     // 玩家此时取消了托管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mutexFor(room).withLock {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if (state.currentPlayerIndex != playerIndex) return  // 只检查了这一项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   decideAIAction(...)             // isAISubstitute 已变 → 不该再代打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审查清单：醒来后必须重检「延迟前所有依赖项」，不只检查最显眼的那个
修法：抽 internal fun shouldYieldToHumanPlayer(...) 谓词 + 同 commit 加测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73E8"/>
                </a:solidFill>
                <a:latin typeface="Microsoft YaHei"/>
              </a:rPr>
              <a:t>九、harness 跨会话经验（3/3）— L0–L4 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73E8"/>
                </a:solidFill>
                <a:latin typeface="Microsoft YaHei"/>
              </a:rPr>
              <a:t>🏗️  Harness 5 层防御体系（PR-H1..H5 + #35 web 重构 实战搭建）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286000"/>
                <a:gridCol w="8321040"/>
              </a:tblGrid>
              <a:tr h="39624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工具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Settings / hooks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PostToolUse 注入「关键路径 TDD 提醒」+ push 后自动 review-check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L1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Slash commands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/test-fast · /pre-commit-scan · /ship-check · /review-pr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Subagents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(Opus) · protocol-syncer · tdd-scaffolder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L3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 gates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tdd-gate（关键路径必同改 *Test.kt）+ build + detekt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9624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L4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playbook（feature/bug/CI 失败/对抗审查）+ regressions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Microsoft YaHei"/>
              </a:rPr>
              <a:t>🎯 跨会话经验的核心原则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9768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03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经验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1A73E8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 commit *Test.kt 配对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一次没误报、一次没漏；hook 弹"TDD 提醒"时不必另开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分支 vs PR 一一对应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 merge 后开新分支；老分支再 push 不会自动出 PR（PR #52→#53 实战）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文档单一真相 grep 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新 doc 自称"权威"前必 grep 验证 anchor 函数名实际存在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速度档位用 3 档预设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slider 看似灵活；实际多数场景 3 档够用 + 测试矩阵更小</a:t>
                      </a:r>
                    </a:p>
                  </a:txBody>
                  <a:tcPr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263640"/>
            <a:ext cx="11247120" cy="502920"/>
          </a:xfrm>
          <a:prstGeom prst="roundRect">
            <a:avLst/>
          </a:prstGeom>
          <a:solidFill>
            <a:srgbClr val="1A73E8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