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约 3 个月实践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12 阶段时间线  ·  54 PR  ·  ~170 commit  ·  跨 4 个月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760720" cy="49377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┌────────────────────────┐  ┌─────────────────┐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:apps:android (XML)    │  │ :apps:web (Wasm)│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GameActivity / Online- │  │ Compose MP UI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MultiplayerGameEngine  │  │ AppViewModel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└──────────┬─────────────┘  └────────┬────────┘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│ depends on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▼    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:shared (KMP commonMain)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 · Deck · Player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CardRules · Settlement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GameEngine · AIPlayer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GameMessage (DTO + sealed)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+ commonTest (40+ 用例)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:server (Ktor + Netty)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ServerRoomManager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ServerGameManager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每房间 Mutex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三级 AI 回退 + 兜底推进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30s 回合超时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 WebSocket /game (JSON + classDiscriminator)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Caddy 80/443 → 127.0.0.1:8080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743200" cy="23774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真机发现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05840"/>
            <a:ext cx="2743200" cy="237744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opus-4-7 / sonnet-4-6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2377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功能完整 · 协议契约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PR-H5 后引入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005840"/>
            <a:ext cx="2743200" cy="23774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UI 文案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chatgpt-codex-connector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核心发现：4 种视角几乎不重叠 → 总计 ~128 个问题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部署环境（动态运行时问题）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主会话：跨文件链路 / 并发陷阱 / 工具链兼容（静态全量扫描）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pr-reviewer：独立 context · 功能完整性 · 跨文件契约（PR #53 P1 #1：fabricated symbol）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Codex bot：UUID 截断 / loading 卡死 / processAITurn race（语句级边界）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→  4 视角缺一不可：盲区互补，单独跑一个至少漏一类问题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1A73E8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七、关键技术修复（6 处典型）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🎮 游戏逻辑层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L1 canBeat 炸弹大张数胜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L2 AI 三级回退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L3 每房间 Mutex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L4 broadcastForceAdvance 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66928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❌ newWebSocket() 后立即 send → 静默丢弃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✅ 在 onOpen 回调内 send，确保 ws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566928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playerScores 实时追踪每人已收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赢方 = 赢方已收 + 输方未走完(已收+手牌)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✓ 15 个验证用例全部通过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🚀 部署 / 平台层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4️⃣ Web 中文豆腐块（CJK）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4864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根因：浏览器无系统中文字体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方案：打包 ~3MB GB2312 子集字体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教训：跨端要测真实终端环境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5️⃣ 双层防火墙 — 部署对称陷阱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48640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ufw 开了 ≠ 公网通：腾讯云安全组也要开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教训：私有云常有"两层防火墙"，必须都查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6️⃣ Android URL 漂移 — 拓扑变更盲区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54864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PR #41 改 Caddy 反代后，Web 改了 URL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但 Android 硬编码 :8080 没改 → 完全连不上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教训：拓扑变更必须 grep 所有客户端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430000" cy="9144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共同规律：游戏逻辑层错在「假设」，部署层错在「跨端 / 跨拓扑同步」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防御：(1) 关键路径强制 TDD；(2) 跨端共享 KMP 模块；(3) 拓扑变更 grep 所有 client 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跨 4 个月（有效开发 18 天）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3375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适用：跨协议 + 服务端 + 双客户端 &gt; 200 行 / &gt; 5 文件
每 Phase 内还按编译单元切（Android / Web 拆 commit）
PR #53 G34-G38（5 特性, ~700 行）3 phase 实战验证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 自动转换
修法：
• 可空 lambda → local val 固化非空
• 函数引用 → 显式 { vm.foo() } lambda
沙箱拉不到 wasmJs 编译器；写完 Web UI 必须 push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 + 引用不存在函数（**跨文件契约**）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 — race 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跨会话经验（3/3）— L0–L4 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🏗️  Harness 5 层防御体系（PR-H1..H5 + #35 web 重构 实战搭建）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8321040"/>
              </a:tblGrid>
              <a:tr h="39624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工具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Settings / 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PostToolUse 注入「关键路径 TDD 提醒」+ push 后自动 review-check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Slash commands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/test-fast · /pre-commit-scan · /ship-check · /review-pr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Subagents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(Opus) · protocol-syncer · tdd-scaffolder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gates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tdd-gate（关键路径必同改 *Test.kt）+ build + detekt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playbook（feature/bug/CI 失败/对抗审查）+ regressions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🎯 跨会话经验的核心原则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经验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 commit *Test.kt 配对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一次没误报、一次没漏；hook 弹"TDD 提醒"时不必另开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分支 vs PR 一一对应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 merge 后开新分支；老分支再 push 不会自动出 PR（PR #52→#53 实战）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文档单一真相 grep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新 doc 自称"权威"前必 grep 验证 anchor 函数名实际存在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速度档位用 3 档预设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slider 看似灵活；实际多数场景 3 档够用 + 测试矩阵更小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63640"/>
            <a:ext cx="11247120" cy="50292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