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54 PR · 有效开发 18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问题发现：人工 +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④  人机协同模式（4 层次 / 分工 / 反模式）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质量改进路径：反思 + 多 Claude + 跨 vendor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经验总结 &amp; 后续行动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⑦  Harness 跨会话经验体系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12 阶段时间线  ·  54 PR  ·  ~170 commit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16A34A"/>
                </a:solidFill>
                <a:latin typeface="Microsoft YaHei"/>
              </a:rPr>
              <a:t>:apps:android（Android 客户端，XML 布局）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ui/ → GameActivity（单机）/ OnlineGameActivity（联网）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→ NetworkManager / RoomManager / GameSyncManager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→ MultiplayerGameEngine（桥接 :shared GameEngine）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0419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2563EB"/>
                </a:solidFill>
                <a:latin typeface="Microsoft YaHei"/>
              </a:rPr>
              <a:t>:apps:web（Compose Multiplatform /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AppViewModel → 统一状态机；Screen.{Home/Lobby/Room/Game/Settlement}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SinglePlayerEngine → 包装 :shared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net/ → 浏览器原生 WebSocket（@JsFun）；NetworkClient 与 Android 同职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212079" cy="10972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D97706"/>
                </a:solidFill>
                <a:latin typeface="Microsoft YaHei"/>
              </a:rPr>
              <a:t>:shared（KMP：android + jvm +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model/   Card · Deck · 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 CardRules · SettlementCalculator ·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ai/      AIPlayer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GameMessage（所有 sealed class + SerializedXxx DTO）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commonTest/ CardRulesTest · SettlementCalculatorTest · GameMessageSerializationTest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46120"/>
            <a:ext cx="5212079" cy="960120"/>
          </a:xfrm>
          <a:prstGeom prst="roundRect">
            <a:avLst>
              <a:gd name="adj" fmla="val 6000"/>
            </a:avLst>
          </a:prstGeom>
          <a:solidFill>
            <a:srgbClr val="FCE7F3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BE185D"/>
                </a:solidFill>
                <a:latin typeface="Microsoft YaHei"/>
              </a:rPr>
              <a:t>:server（Ktor + Netty，Gradle 子项目）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Application.kt → ServerRoomManager（房间 / AI 填充）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             └→ ServerGameManager（权威状态 / AI / 计时）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每房间一把 Mutex 串行化所有状态修改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force-advance 兜底 + 三级 AI 回退 + 30s 超时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32204" y="4389120"/>
            <a:ext cx="3319272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000" b="1">
                <a:solidFill>
                  <a:srgbClr val="202020"/>
                </a:solidFill>
                <a:latin typeface="Microsoft YaHei"/>
              </a:rPr>
              <a:t>Caddy（80 / 443 TLS）→ 反代 127.0.0.1:8080</a:t>
            </a:r>
          </a:p>
          <a:p>
            <a:pPr algn="l"/>
            <a:r>
              <a:rPr sz="900" b="0">
                <a:solidFill>
                  <a:srgbClr val="606060"/>
                </a:solidFill>
                <a:latin typeface="Microsoft YaHei"/>
              </a:rPr>
              <a:t>公网 ws:// 或 wss:// /game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96237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334255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91839" y="3063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91839" y="4206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0040" y="24231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4231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59" y="3081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5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WebSocket /game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C7000B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三、问题发现：人工 + AI（~128 个，4 视角不重叠）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43200" cy="141732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~35  (27%)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UI · 部署 · 真机崩溃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960120"/>
            <a:ext cx="2743200" cy="1417320"/>
          </a:xfrm>
          <a:prstGeom prst="round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~55  (43%)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全量扫描 · 跨文件 · 并发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274320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~15 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独立 context · 跨文件契约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960120"/>
            <a:ext cx="2743200" cy="14173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~13  (10%)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语句级边界 · entropy · 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🔴 人工发现（~35，3 阶段）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88036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38912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单机 (11)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显示 / 游戏逻辑 / 环境兼容（炸弹重叠 · APK 签名 · 旧 Android）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 (9)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构建编译 / 部署连通（cleartext · 503 · server URL）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联网 (12)⭐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📷 卡死（×3 复现）· 📷 已收分=0 · loading 卡死 · 大厅崩溃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0" y="2514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发现（Claude ~55 · pr-reviewer ~15 · Codex ~13）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0" y="2880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R1 综合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4 · 会话 3 · 房间 4 · UI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R2-3 深层 (~8)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回退缺失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R4 根因 (~7)⭐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send() 静默失败 · Mutex 缺失 · 结算漏算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(3) P1/P2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UUID.take(8) · loading 卡死 · UI 文案不一致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457200" y="4892040"/>
            <a:ext cx="11338560" cy="155448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4 视角缺一不可（盲区互补）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人工 = 截图 / 真机崩溃 / 部署环境（动态运行时）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875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Claude 主会话 = 跨文件链路 / 并发陷阱（静态全量扫描）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8017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Codex bot = 语句级边界 / entropy 漏洞 — Claude 几乎找不出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27278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7000B"/>
                </a:solidFill>
                <a:latin typeface="Microsoft YaHei"/>
              </a:rPr>
              <a:t>→  单独跑一个至少漏一类问题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四、人机协同：4 层次 · 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协同的 4 个层次（L3+L4 占本项目 ~70% 协同时间）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DC2626"/>
                </a:solidFill>
                <a:latin typeface="Microsoft YaHei"/>
              </a:rPr>
              <a:t>Level 1　AI 执行人工指令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传统：人主导。人写完整指令 → AI 按指令完成 → 等待下一条。AI 沦为'会编程的工具'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66543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ED7AA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EA580C"/>
                </a:solidFill>
                <a:latin typeface="Microsoft YaHei"/>
              </a:rPr>
              <a:t>Level 2　AI 提建议，人工决策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审稿：人审 AI。AI 完成后输出方案 + 备选 → 人工选择 / 调整 / 驳回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852928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BBF7D0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16A34A"/>
                </a:solidFill>
                <a:latin typeface="Microsoft YaHei"/>
              </a:rPr>
              <a:t>Level 3　人工反馈现象，AI 自主排查 ← 本项目大量使用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人工：截图 + '还卡住' / '分数错了'  AI：看代码 + 推理 + 多轮自查 + 修复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639312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BFDB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563EB"/>
                </a:solidFill>
                <a:latin typeface="Microsoft YaHei"/>
              </a:rPr>
              <a:t>Level 4　AI 主动审查，人工验证 ← 最高效模式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人工：开放性指令（'自查自纠所有问题'）  AI：全量扫描 + 输出清单 + 修复  人工：真机验证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28016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2743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52628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484632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4805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说「已修复」直接合入 → 反复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「把 bug 修了」→ 只修表象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真机问题暴露不出来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4526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0" y="4846320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~12%（需多轮）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365760" y="6355080"/>
            <a:ext cx="11430000" cy="41148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高效协同 6 条：①症状具体  ②截图优于文字  ③允许多轮  ④关键决策人工拍板  ⑤人工守发布闸门  ⑥开放性指令激发全量审查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有效开发 18 天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七、Harness 跨会话经验体系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256032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底层稳后再动客户端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主客户端（Android）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次客户端（Web）+ 跨端测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78892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🔍 Codex bot 与 Claude /review-pr 盲区互补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15468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擅长找到的问题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跨文件契约 / 文档与代码不一致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语句级边界 / 数值溢出 / UI 文案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→ 必须都跑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盲区不重叠：单独跑漏一类问题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🏗️  Harness 5 层防御体系（PR-H1..H5 实战搭建）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2801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DC2626"/>
                </a:solidFill>
                <a:latin typeface="Microsoft YaHei"/>
              </a:rPr>
              <a:t>L0  记忆层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CLAUDE.md（主索引）+ docs/regressions.md（Bug 冷藏库）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docs/playbooks/{feature-development, bug-triage, ci-failure-triage}.md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066543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ED7AA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EA580C"/>
                </a:solidFill>
                <a:latin typeface="Microsoft YaHei"/>
              </a:rPr>
              <a:t>L1  权限 &amp; 钩子层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.claude/settings.json + .claude/hooks/{SessionStart,PostToolUse,UserPromptSubmit}.sh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.githooks/{pre-push, commit-msg}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852928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9050">
            <a:solidFill>
              <a:srgbClr val="A162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A16207"/>
                </a:solidFill>
                <a:latin typeface="Microsoft YaHei"/>
              </a:rPr>
              <a:t>L2  命令 &amp; 子代理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.claude/commands/{test-fast, ship-check, pre-commit-scan, trace-bug, review-pr}.md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.claude/agents/{protocol-syncer, tdd-scaffolder, pr-reviewer}.md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639312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BBF7D0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16A34A"/>
                </a:solidFill>
                <a:latin typeface="Microsoft YaHei"/>
              </a:rPr>
              <a:t>L3  TDD 强制层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CardRulesTest（~30）+ ServerGameManagerTest（~25）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GameMessageSerializationTest（协议 round-trip）+ CI tdd-gate 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425696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BFDB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563EB"/>
                </a:solidFill>
                <a:latin typeface="Microsoft YaHei"/>
              </a:rPr>
              <a:t>L4  跨 vendor 审查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Codex bot（自动每 PR）+ pr-reviewer subagent（Opus 4.7 独立 context）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季度第二 vendor + 真机最后一关；4 关 PR 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709160"/>
            <a:ext cx="11430000" cy="457200"/>
          </a:xfrm>
          <a:prstGeom prst="roundRect">
            <a:avLst/>
          </a:prstGeom>
          <a:solidFill>
            <a:srgbClr val="C7000B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