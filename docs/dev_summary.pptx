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约 3 个月实践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联网对抗）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29768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OkHttp + XML 布局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+ Netty + WebSockets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序列化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kotlinx.serialization (JSON)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AGP 8.5 / Gradle 8.14 + 8.4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 ·  90 文件 / ~14,865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474720"/>
              </a:tblGrid>
              <a:tr h="34747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28 文件 · 8,909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客户端 XML 布局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56 文件 · 3,279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Kotlin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 文件 · 2,161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 文件 · 516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5 阶段时间线  ·  33 PR  ·  123 commit  ·  3 个月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062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57607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单机游戏开发 (PRs 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联网模式首次完整实现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+ 联网UI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构建与编译修复 (#17–21)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失败 / Gradle 缺失 / 编译错误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部署与连通性修复 (#22–31)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服务器URL / cleartext / 503 / Lobby UI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2026-05-04~07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游戏逻辑深度修复 (#32–33+)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50+ Bug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二、架构设计：双模式共生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86400" cy="47548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Android 客户端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GameActivity (单机)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OnlineGameActivity (联网)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engine/  CardRules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SettlementCalculator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GameEngine /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MultiplayerGameEngine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       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network/ NetworkManager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RoomManager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       GameSyncManager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▲ WebSocket /game (JSON)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          ▼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┌──────────────────────────────────────┐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服务端 (Ktor + Netty)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ServerRoomManager  房间/AI填充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ServerGameManager  权威状态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每房间 Mutex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三级 AI 回退 + 兜底推进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│     · 30s 回合超时                   │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└──────────────────────────────────────┘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371600"/>
          <a:ext cx="56692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297680"/>
              </a:tblGrid>
              <a:tr h="42062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0" y="36576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架构遗憾（后期成本）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4069080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383280"/>
              </a:tblGrid>
              <a:tr h="3886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影响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未提取 KMP 共享规则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导致两端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演进时无强制兼容检查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86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无事件溯源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历史行为无法追溯，调试难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852160"/>
            <a:ext cx="11430000" cy="54864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657600" cy="22860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~30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228600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🔵 AI #1：Claude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~35 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claude-opus-4-7 / sonnet-4-6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22860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3258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🟡 AI #2：ChatGPT Codex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173736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3 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PR 自动审查 · 细粒度风险点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63239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chatgpt-codex-connector[bot]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338560" cy="26060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319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人工看见「症状」 · Claude 挖「根因」 · Codex 找「细节风险」 — 三者几乎不重叠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部署环境问题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Code Agent：跨文件链路 / 并发陷阱 / 协议一致性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ChatGPT Codex Bot：UUID 截断 / loading 卡死 / UI/服务端不一致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97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Microsoft YaHei"/>
              </a:rPr>
              <a:t>→  多 AI 交叉审查比单一审查更可靠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1A73E8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七、关键技术修复（3 处核心）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5544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[层1] canBeat 炸弹比较错误：大张数应直接胜（修复前要求同张数）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[层2] AI 失败无回退：增加三级回退（首选 → 过牌 → 最小单张）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[层3] 多协程无锁并发写 state.hands：每房间一把 Mutex（改在锁内/广播在锁外）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[层4] 三级回退仍失败：broadcastForceAdvance 强制推进兜底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2900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❌ 修复前：newWebSocket() 后立即 send(Reconnect)，ws 仍在 CONNECTING → 静默丢弃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✅ 修复后：在 onOpen 回调内 send，确保 ws 已 OPEN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教训：「创建连接」≠「连接已建立」，异步 API 必须在回调中操作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212080"/>
            <a:ext cx="11247120" cy="137160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根因：collectedScore 硬编码为 0；服务端漏算「输方未走完已收分」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统一公式：赢方 = 赢方所有已收 + 输方未走完(已收 + 手牌分)；输方 = 输方已走完已收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新增 state.playerScores: MutableMap&lt;Int,Int&gt; 实时追踪每人已收分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✓ 15 个验证用例全部通过（含提前结算、速度流、极端场景）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单机/联网共享逻辑必须保持一致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31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人工真机验证不可互相替代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协议与环境问题必须人工打通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3716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389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自动化集成测试（炸弹/结算/重连）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共享规则层（KMP 模块）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弱网回归测试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协议版本号兼容检查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57200" y="3840480"/>
            <a:ext cx="11338560" cy="22860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本次交付成果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33 PR / 123 commit  ·  修复约 67 个问题  ·  本次深度调试 8 commit / 重写 700 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核心结论：AI 静态全量审查 + 人工动态真机验证 = 互补提速 10 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