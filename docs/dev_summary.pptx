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约 3 个月实践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关键技术修复    ⑥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联网对抗）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29768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OkHttp + XML 布局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+ Netty + WebSockets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序列化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kotlinx.serialization (JSON)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AGP 8.5 / Gradle 8.14 + 8.4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代码规模  ·  90 文件 / ~14,865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28 文件 · 8,909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XML 布局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56 文件 · 3,279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 文件 · 2,161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 文件 · 516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5 阶段时间线  ·  33 PR  ·  123 commit  ·  3 个月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062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57607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单机游戏开发 (PRs 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联网模式首次完整实现 (#16)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+ 联网UI · 一次性 6,529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构建与编译修复 (#17–21)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失败 / Gradle 缺失 / 编译错误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部署与连通性修复 (#22–31)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服务器URL / cleartext / 503 / Lobby UI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2026-05-04~07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游戏逻辑深度修复 (#32–33+)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50+ Bug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二、架构设计：双模式共生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486400" cy="47548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Android 客户端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GameActivity (单机)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OnlineGameActivity (联网)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engine/  CardRules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SettlementCalculator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GameEngine /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MultiplayerGameEngine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network/ NetworkManager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RoomManager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GameSyncManager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▲ WebSocket /game (JSON)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▼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服务端 (Ktor + Netty)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ServerRoomManager  房间/AI填充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ServerGameManager  权威状态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每房间 Mutex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三级 AI 回退 + 兜底推进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30s 回合超时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371600"/>
          <a:ext cx="56692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97680"/>
              </a:tblGrid>
              <a:tr h="42062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36576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架构遗憾（后期成本）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4069080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383280"/>
              </a:tblGrid>
              <a:tr h="3886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影响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未提取 KMP 共享规则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导致两端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演进时无强制兼容检查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历史行为无法追溯，调试难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852160"/>
            <a:ext cx="11430000" cy="54864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657600" cy="210312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~32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UI体验 · 部署环境 · 运行时崩溃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57600" cy="210312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371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🔵 AI 静态审查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~35 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逻辑错误 · 并发 · 协议细节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657600" cy="21031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🟡 Code Review Bot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2 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PR 自动审查额外发现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11338560" cy="265176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💡 核心发现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人工看见「症状」，AI 挖出「根因」 — 两者几乎不重叠，而是互补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·  人工：截图 / 真机崩溃 / 部署环境问题（AI 无法获知）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49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·  AI：跨文件链路 / 时序逻辑 / 并发陷阱（人工难以全量覆盖）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Microsoft YaHei"/>
              </a:rPr>
              <a:t>→  任何只有一方参与的流程，都会漏掉至少 40% 的问题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四、AI 发现的问题（~35 个，4 轮审查）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第 1 轮：综合审查（~20 个）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686800"/>
              </a:tblGrid>
              <a:tr h="39624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类别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/ 序列化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sealed class 缺 classDiscriminator；枚举值不对齐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会话 / 重连 (3)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 未设置；leaveRoom 未清空 token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房间状态机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未检查 WAITING；退出不补 AI；重复加入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状态同步 (6)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seatIndex%2 误算；初始化未刷新；onDestroy 未 guard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其他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applyState 版本反向；senderId 不稳定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第 2-3 轮：深层审查（~8 个）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赢家未设为下轮首家  ·  ArrayList 并发修改  ·  AI 回退链缺失  ·  collectedScore 硬编码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第 4 轮：根因专项（~7 个） — 这一轮才挖到真正的卡死根因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492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WebSocket CONNECTING 时 send() 静默失败（重连根因）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多协程无锁并发写 state.hands（卡死根因）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807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playerScores 整体缺失  ·  结算公式漏算输方未走完已收分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六、关键技术修复（3 处核心）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5544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[层1] canBeat 炸弹比较错误：大张数应直接胜（修复前要求同张数）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[层2] AI 失败无回退：增加三级回退（首选 → 过牌 → 最小单张）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[层3] 多协程无锁并发写 state.hands：每房间一把 Mutex（改在锁内/广播在锁外）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[层4] 三级回退仍失败：broadcastForceAdvance 强制推进兜底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2900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❌ 修复前：newWebSocket() 后立即 send(Reconnect)，ws 仍在 CONNECTING → 静默丢弃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✅ 修复后：在 onOpen 回调内 send，确保 ws 已 OPEN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教训：「创建连接」≠「连接已建立」，异步 API 必须在回调中操作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212080"/>
            <a:ext cx="11247120" cy="137160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根因：collectedScore 硬编码为 0；服务端漏算「输方未走完已收分」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统一公式：赢方 = 赢方所有已收 + 输方未走完(已收 + 手牌分)；输方 = 输方已走完已收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新增 state.playerScores: MutableMap&lt;Int,Int&gt; 实时追踪每人已收分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✓ 15 个验证用例全部通过（含提前结算、速度流、极端场景）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七、经验总结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单机/联网共享逻辑必须保持一致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人工真机验证不可互相替代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协议与环境问题必须人工打通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🚀 后续建议行动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3716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389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自动化集成测试（炸弹/结算/重连）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共享规则层（KMP 模块）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弱网回归测试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协议版本号兼容检查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3840480"/>
            <a:ext cx="11338560" cy="22860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🏆 本次交付成果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33 PR / 123 commit  ·  修复约 67 个问题  ·  本次深度调试 8 commit / 重写 700 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核心结论：AI 静态全量审查 + 人工动态真机验证 = 互补提速 10 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