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C7000B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62 PR · 有效开发 19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问题发现：人工 +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④  人机协同模式（4 层次 / 分工 / 反模式）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质量改进路径：反思 + 多 Claude + 跨 vendor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经验总结 &amp; 后续行动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⑦  Harness 跨会话经验体系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 + Web 三模式）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Multiplatform (android+jvm+wasmJs)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 + OkHttp + XML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Compose Multiplatform 1.6.10 / Wasm-JS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2.3.6 + Netty + :shared 依赖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反代部署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80/443 → :8080 + systemd auto-deploy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代码规模 (PR #62 后)  ·  约 23,360 行 / 98 文件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00445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445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:apps:android (UI+网络)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 文件 · ~6,440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445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:apps:web (Compose MP)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25 文件 · ~4,320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445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(KMP commonMain)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 文件 · ~2,670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445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:server (Ktor + admin)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25 文件 · ~4,840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445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apps/admin (Vue 3 SPA)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 文件 · ~1,470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45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 (server + shared)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14 文件 · 186 用例 · ~3,620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13 阶段时间线  ·  62 PR  ·  ~250 commit  ·  有效开发 19 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5486400"/>
              </a:tblGrid>
              <a:tr h="140676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2026-02-02 / 07~12 / 24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 (#1–14)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联网首版 (#16)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· 一次性 6,529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2026-05-01~03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 (#17–31)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CI/Gradle/cleartext/503/Lobby UI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深度修复 (#34)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~50 Bug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重构 + Web (#35)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抽 :shared / Compose MP wasmJs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H1–H5 (#36–43)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hooks / TDD-gate / pr-reviewer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 UI 4 阶段 (#47–50)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菜单/响应式/视觉/Android 同等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接管 + 约束 6/7/8 (#51-58)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G34-G38 · PROTOCOL=3 · UI 基线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bermin.cn HTTPS (#60)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ACME · :80 fallback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WS 重连 + HTML docs (#59)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指数退避 ×5 · dev_summary.html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Admin MVP (#61) PR 0-4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SQLite/bcrypt/监控/告警/Vue SPA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88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Admin 优化 (#62) PR 5a-d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SSE / 趋势图 / JSON / 事件回放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二、架构设计：多端共享 + 服务端权威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:apps:android（Android 客户端，XML 布局）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ui/ → GameActivity（单机）/ OnlineGameActivity（联网）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→ NetworkManager / RoomManager / GameSyncManager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→ MultiplayerGameEngine（桥接 :shared GameEngine）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0419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:apps:web（Compose Multiplatform /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AppViewModel → 统一状态机；Screen.{Home/Lobby/Room/Game/Settlement}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SinglePlayerEngine → 包装 :shared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net/ → 浏览器原生 WebSocket（@JsFun）；NetworkClient 与 Android 同职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5212079" cy="10972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:shared（KMP：android + jvm +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model/   Card · Deck · 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 CardRules · SettlementCalculator ·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ai/      AIPlayer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GameMessage（所有 sealed class + SerializedXxx DTO）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commonTest/ CardRulesTest · SettlementCalculatorTest · GameMessageSerializationTest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46120"/>
            <a:ext cx="5212079" cy="9601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:server（Ktor + Netty，Gradle 子项目）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Application.kt → ServerRoomManager（房间 / AI 填充）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             └→ ServerGameManager（权威状态 / AI / 计时）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每房间一把 Mutex 串行化所有状态修改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force-advance 兜底 + 三级 AI 回退 + 30s 超时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32204" y="4389120"/>
            <a:ext cx="3319272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000" b="1">
                <a:solidFill>
                  <a:srgbClr val="202020"/>
                </a:solidFill>
                <a:latin typeface="Microsoft YaHei"/>
              </a:rPr>
              <a:t>Caddy（80 / 443 TLS）→ 反代 127.0.0.1:8080</a:t>
            </a:r>
          </a:p>
          <a:p>
            <a:pPr algn="l"/>
            <a:r>
              <a:rPr sz="900" b="0">
                <a:solidFill>
                  <a:srgbClr val="606060"/>
                </a:solidFill>
                <a:latin typeface="Microsoft YaHei"/>
              </a:rPr>
              <a:t>公网 ws:// 或 wss:// /game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96237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334255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91839" y="3063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91839" y="4206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0040" y="242316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42316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59" y="3081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59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WebSocket /game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KMP（编译期保证一致）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PROTOCOL_VERSION=3 · 握手时拒老客户端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架构演进：从遗憾到修复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0" y="4526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共享模块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#35 + H3：编译期唯一份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PR-H3：PROTOCOL_VERSION + 握手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事件溯源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未规划，全量同步够用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6035040"/>
            <a:ext cx="11430000" cy="5029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三、问题发现：5 层审查（~162 个；PR #1-#62 全程）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🔴 人工 + 真机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~38  (23%)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UI · 部署 · UI race (Web 连点 3 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🔵 Claude Code 主会话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~65  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全量扫描 + CI 修复 (4 次 quirks)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🟢 Claude pr-reviewer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~22  (14%)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PR #61 一次审 1 P0 + 4 P1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🟡 ChatGPT Codex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25 精确  (15%)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全量审计 · 0 误报 · P1×7/P2×18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🔴 人工 + 真机（~38；含 Web 连点 3 次 race）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288036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38912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单机 (11)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UI 显示 / 游戏逻辑 / 环境兼容（炸弹重叠 · APK 签名 · 旧 Android）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部署 (9)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构建编译 / 部署连通（cleartext · 503 · server URL）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联网 (12)⭐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📷 卡死（×3 复现）· 📷 已收分=0 · loading 卡死 · 大厅崩溃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0" y="2514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AI 发现（Claude ~65 · pr-reviewer ~22 · Codex 25 精确）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400800" y="2880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来源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R1 综合 (~20)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协议 4 · 会话 3 · 房间 4 · UI 6 · 其他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R2-3 深层 (~8)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回退缺失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R4 根因 (~7)⭐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send() 静默失败 · Mutex 缺失 · 结算漏算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Codex (3) P1/P2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UUID.take(8) · loading 卡死 · UI 文案不一致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457200" y="4892040"/>
            <a:ext cx="11338560" cy="155448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4 视角缺一不可（盲区互补）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94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人工 = 截图 / 真机崩溃 / 部署环境（动态运行时）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8756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Claude 主会话 = 跨文件链路 / 并发陷阱（静态全量扫描）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8017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Codex bot = 语句级边界 / entropy 漏洞 — Claude 几乎找不出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272784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C7000B"/>
                </a:solidFill>
                <a:latin typeface="Microsoft YaHei"/>
              </a:rPr>
              <a:t>→  单独跑一个至少漏一类问题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四、人机协同：4 层次 · 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协同的 4 个层次（L3+L4 占本项目 ~70% 协同时间）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Level 1　AI 执行人工指令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传统：人主导。人写完整指令 → AI 按指令完成 → 等待下一条。AI 沦为'会编程的工具'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66543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Level 2　AI 提建议，人工决策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审稿：人审 AI。AI 完成后输出方案 + 备选 → 人工选择 / 调整 / 驳回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852928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Level 3　人工反馈现象，AI 自主排查 ← 本项目大量使用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人工：截图 + '还卡住' / '分数错了'  AI：看代码 + 推理 + 多轮自查 + 修复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852928"/>
            <a:ext cx="73152" cy="71323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3639312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Level 4　AI 主动审查，人工验证 ← 最高效模式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人工：开放性指令（'自查自纠所有问题'）  AI：全量扫描 + 输出清单 + 修复  人工：真机验证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639312"/>
            <a:ext cx="73152" cy="71323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914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83680" y="1280160"/>
          <a:ext cx="5303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2743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452628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🚨 协同反模式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84632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480560"/>
              </a:tblGrid>
              <a:tr h="28346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说「已修复」直接合入 → 反复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「把 bug 修了」→ 只修表象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 → 本项目经历 4 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真机问题暴露不出来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583680" y="45262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583680" y="4846320"/>
          <a:ext cx="53035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</a:tblGrid>
              <a:tr h="28346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~12%（需多轮）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365760" y="6355080"/>
            <a:ext cx="11430000" cy="41148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高效协同 6 条：①症状具体  ②截图优于文字  ③允许多轮  ④关键决策人工拍板  ⑤人工守发布闸门  ⑥开放性指令激发全量审查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C7000B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「修了又坏」的根因：只修表层，没往深挖（需要分层根因审查）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跨端共享逻辑必须用 KMP 强制（已实现 :shared 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 + Codex bot 不可互相替代（4 视角全跑）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7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 / 环境 / 部署拓扑变更必须人工打通（grep 所有客户端）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5. 大特性 Phase 分段提交（协议 → 主客户端 → 次客户端）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6. delay() 之后必须重检所有依赖项，不只 currentPlayerIndex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🚀 后续建议行动（已部分落地）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3716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3963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 共享模块（PR #35）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 + 握手（PR-H3）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L0-L4（hooks/playbook/regression）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CI 硬关（PR-H2）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subagent（PR-H5）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待规划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 / 弱网 e2e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4023360"/>
            <a:ext cx="11338560" cy="21031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🏆 全程交付成果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62 PR / ~250 commit  ·  有效开发 19 天  ·  发现 ~162 个问题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Android + Web 双端  ·  KMP 共享模块（编译期保证一致）  ·  Caddy 自托管自动部署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·  游戏永不卡死 ✓  ·  重连无缝恢复 ✓  ·  两端结算一致 ✓  ·  PROTOCOL_VERSION = 3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核心结论：4 视角覆盖率 + harness 跨会话沉淀 = 教训不浪费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七、Harness 跨会话经验体系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560320"/>
                <a:gridCol w="2560320"/>
              </a:tblGrid>
              <a:tr h="35433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底层稳后再动客户端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主客户端（Android）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次客户端（Web）+ 跨端测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78892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🔍 Codex bot 与 Claude /review-pr 盲区互补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15468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</a:tblGrid>
              <a:tr h="35433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擅长找到的问题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跨文件契约 / 文档与代码不一致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语句级边界 / 数值溢出 / UI 文案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→ 必须都跑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盲区不重叠：单独跑漏一类问题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914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🏗️  Harness 5 层防御体系（PR-H1..H5 实战搭建）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28016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L0  记忆层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CLAUDE.md（主索引）+ docs/regressions.md（Bug 冷藏库）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docs/playbooks/{feature-development, bug-triage, ci-failure-triage}.md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066543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L1  权限 &amp; 钩子层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.claude/settings.json + .claude/hooks/{SessionStart,PostToolUse,UserPromptSubmit}.sh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.githooks/{pre-push, commit-msg}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852928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L2  命令 &amp; 子代理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.claude/commands/{test-fast, ship-check, pre-commit-scan, trace-bug, review-pr}.md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.claude/agents/{protocol-syncer, tdd-scaffolder, pr-reviewer}.md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639312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L3  TDD 强制层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CardRulesTest（~30）+ ServerGameManagerTest（~25）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GameMessageSerializationTest（协议 round-trip）+ CI tdd-gate job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425696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L4  跨 vendor 审查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Codex bot（自动每 PR）+ pr-reviewer subagent（Opus 4.7 独立 context）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季度第二 vendor + 真机最后一关；4 关 PR 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709160"/>
            <a:ext cx="11430000" cy="45720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💎 核心：harness 让教训跨 session 沉淀，新人 / 新 AI 不需要每次从头踩坑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