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12 阶段时间线  ·  54 PR  ·  ~170 commit  ·  约 4 个月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760720" cy="49377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┌────────────────────────┐  ┌─────────────────┐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:apps:android (XML)    │  │ :apps:web (Wasm)│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GameActivity / Online- │  │ Compose MP UI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MultiplayerGameEngine  │  │ AppViewModel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└──────────┬─────────────┘  └────────┬────────┘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│ depends on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▼    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:shared (KMP commonMain)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 · Deck · Player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CardRules · Settlement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GameEngine · AIPlayer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GameMessage (DTO + sealed)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+ commonTest (40+ 用例)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:server (Ktor + Netty)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ServerRoomManager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ServerGameManager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每房间 Mutex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三级 AI 回退 + 兜底推进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30s 回合超时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 WebSocket /game (JSON + classDiscriminator)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Caddy 80/443 → 127.0.0.1:8080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1A73E8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约 4 个月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8321040"/>
              </a:tblGrid>
              <a:tr h="39624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工具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Settings / 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PostToolUse 注入「关键路径 TDD 提醒」+ push 后自动 review-check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Slash commands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/test-fast · /pre-commit-scan · /ship-check · /review-pr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Subagents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(Opus) · protocol-syncer · tdd-scaffolder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gates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tdd-gate（关键路径必同改 *Test.kt）+ build + detekt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playbook（feature/bug/CI 失败/对抗审查）+ regressions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