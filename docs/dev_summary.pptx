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54 PR · 有效开发 18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质量改进路径：多 Claude 协同 + 跨 vendor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关键技术修复    ⑦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12 阶段时间线  ·  54 PR  ·  ~170 commit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943600" cy="4005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C7000B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743200" cy="23774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27%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真机发现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05840"/>
            <a:ext cx="2743200" cy="2377440"/>
          </a:xfrm>
          <a:prstGeom prst="round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opus-4-7 / sonnet-4-6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2743200" cy="23774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独立 context · 功能完整 · 协议契约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PR-H5 后引入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005840"/>
            <a:ext cx="2743200" cy="23774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语句级边界 · entropy · UI 文案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chatgpt-codex-connector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657600"/>
            <a:ext cx="11338560" cy="274320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💡 核心发现：4 种视角几乎不重叠 → 总计 ~128 个问题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343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部署环境（动态运行时问题）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主会话：跨文件链路 / 并发陷阱 / 工具链兼容（静态全量扫描）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pr-reviewer：独立 context · 功能完整性 · 跨文件契约（PR #53 P1 #1：fabricated symbol）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Codex bot：UUID 截断 / loading 卡死 / processAITurn race（语句级边界）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→  4 视角缺一不可：盲区互补，单独跑一个至少漏一类问题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协同的 4 个层次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035040" cy="24683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七、关键技术修复（6 处典型）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🎮 游戏逻辑层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66928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L1 canBeat 炸弹大张数胜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L2 AI 三级回退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L3 每房间 Mutex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L4 broadcastForceAdvance 兜底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566928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❌ newWebSocket() 后立即 send → 静默丢弃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✅ 在 onOpen 回调内 send，确保 ws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89120"/>
            <a:ext cx="566928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playerScores 实时追踪每人已收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赢方 = 赢方已收 + 输方未走完(已收+手牌)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✓ 15 个验证用例全部通过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7C00"/>
                </a:solidFill>
                <a:latin typeface="Microsoft YaHei"/>
              </a:rPr>
              <a:t>🚀 部署 / 平台层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4️⃣ Web 中文豆腐块（CJK）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4864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根因：浏览器无系统中文字体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方案：打包 ~3MB GB2312 子集字体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教训：跨端要测真实终端环境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5️⃣ 双层防火墙 — 部署对称陷阱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548640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ufw 开了 ≠ 公网通：腾讯云安全组也要开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教训：私有云常有"两层防火墙"，必须都查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6️⃣ Android URL 漂移 — 拓扑变更盲区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389120"/>
            <a:ext cx="54864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PR #41 改 Caddy 反代后，Web 改了 URL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但 Android 硬编码 :8080 没改 → 完全连不上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教训：拓扑变更必须 grep 所有客户端 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32120"/>
            <a:ext cx="11430000" cy="91440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共同规律：游戏逻辑层错在「假设」，部署层错在「跨端 / 跨拓扑同步」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防御：(1) 关键路径强制 TDD；(2) 跨端共享 KMP 模块；(3) 拓扑变更 grep 所有 client 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八、经验总结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有效开发 18 天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跨会话经验（1/3）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77440"/>
                <a:gridCol w="237744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底层稳了再动客户端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主客户端 (Android)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次客户端 (Web) + 跨端测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3375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适用：跨协议 + 服务端 + 双客户端 &gt; 200 行 / &gt; 5 文件
每 Phase 内还按编译单元切（Android / Web 拆 commit）
PR #53 G34-G38（5 特性, ~700 行）3 phase 实战验证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⚠️  wasmJs 编译器隐藏陷阱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4864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Backend Internal error: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Exception during psi2ir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Caused by: NullPointerException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88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根因：可空 lambda + Compose smart-cast；
vm::method KFunction → (() -&gt; Unit)? 自动转换
修法：
• 可空 lambda → local val 固化非空
• 函数引用 → 显式 { vm.foo() } lambda
沙箱拉不到 wasmJs 编译器；写完 Web UI 必须 push CI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实战教训：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•  jvmTest 过 ≠ wasmJs 过 —— Web UI 改完必须跑 CI 才算
•  Phase 内还要按编译单元切，平台特定编译错误更早暴露
•  CI 红时先看 e: 开头的硬错误行，忽略 ~50 行 w: 警告噪音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跨会话经验（2/3）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🔍 Codex bot 与 Claude /review-pr 盲区互补（PR #53 实证）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20040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漏掉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docs 误写 + 引用不存在函数（**跨文件契约**）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 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后没重检 isAISubstitute 的 race（**语句级边界**）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文档与代码语义对齐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2880360"/>
            <a:ext cx="11247120" cy="77724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盲区不重叠 → 单独跑一个至少漏一类问题。Codex + Claude 必须都跑。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⏰ delay() 后状态过期 — race 反请（regressions #11）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delay(effectiveAiDelayMs(...))     // 玩家此时取消了托管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mutexFor(room).withLock {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if (state.currentPlayerIndex != playerIndex) return  // 只检查了这一项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decideAIAction(...)             // isAISubstitute 已变 → 不该再代打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审查清单：醒来后必须重检「延迟前所有依赖项」，不只检查最显眼的那个
修法：抽 internal fun shouldYieldToHumanPlayer(...) 谓词 + 同 commit 加测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跨会话经验（3/3）— L0–L4 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🏗️  Harness 5 层防御体系（PR-H1..H5 + #35 web 重构 实战搭建）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035040" cy="31533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🎯 跨会话经验的核心原则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371600"/>
          <a:ext cx="5394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</a:tblGrid>
              <a:tr h="841248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经验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4124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 commit *Test.kt 配对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一次没误报、一次没漏；hook 弹"TDD 提醒"时不必另开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分支 vs PR 一一对应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 merge 后开新分支；老分支再 push 不会自动出 PR（PR #52→#53 实战）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84124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文档单一真相 grep 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新 doc 自称"权威"前必 grep 验证 anchor 函数名实际存在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速度档位用 3 档预设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slider 看似灵活；实际多数场景 3 档够用 + 测试矩阵更小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263640"/>
            <a:ext cx="11247120" cy="502920"/>
          </a:xfrm>
          <a:prstGeom prst="roundRect">
            <a:avLst/>
          </a:prstGeom>
          <a:solidFill>
            <a:srgbClr val="C7000B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